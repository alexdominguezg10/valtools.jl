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ValTools.jl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Model Validation Toolkit for Julia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 |  CROCO  |  ROMS  |  NEMO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Dominguez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CICESE — Departamento de Oceanografia Fisica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tests  |  6 modules  |  GPU-ready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ValTools.jl?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scripts for each model/obs pair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I/O code across projects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metrics/colocation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 slow for large CROCO grids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path for HPC 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E8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ValTools.jl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package: readers + obs + metrics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observation loaders built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colocation engine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Julia speed (column-major)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extension for H200 GPUs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port of the Python valtools (9,500 lines) — same API, native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325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CROCO / ROMS / NEMO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coordinates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37160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1325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+ Spectral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Taylor, rotary, PSD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7160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325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loaders: Argo, SWOT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DUACS, NDBC, RAFOS...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411480" cy="411480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+ curvilinear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KDTree interpolation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3200400"/>
            <a:ext cx="411480" cy="41148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1" name="Text 19"/>
          <p:cNvSpPr/>
          <p:nvPr/>
        </p:nvSpPr>
        <p:spPr>
          <a:xfrm>
            <a:off x="406908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CairoMakie extension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Taylor, maps, LIC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32004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kernels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sigma_to_z, interp_z, LIC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EF5F8"/>
          </a:solidFill>
          <a:ln/>
        </p:spPr>
        <p:txBody>
          <a:bodyPr wrap="square" lIns="25400" tIns="101600" rIns="1016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ValTools              # loads core modules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CairoMakie; using CUDA  # activates extensions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Readers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CROCO, ROMS, NEMO — unified API via multiple dispatch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EEF5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CROCOReader("croco_avg_*.nc"; grid_file="croco_grd.nc")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ssh(r)                    # → (data, lon, lat, time)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T200   = temperature(r; depths=[-200.0])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    = velocities(r; depths=[-50, -200])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     = z_levels(r)               # sigma → physical depths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0" y="1691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NCDatasets.jl (lazy I/O)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patterns for multi-file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Vtransform 1 &amp; 2 auto-detect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→ z interpolation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Arakawa-C staggering (u/v)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NamedTuples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Convention: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(ny, nx, N, nt) — column-major, spatial dims first. Depths: negative downward.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Statistics &amp; Spectral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compute_metrics(obs, 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→ bias, rmse, mae, correlation,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 scatter_index, skill_score, nse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= taylor_stats(obs, 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= bootstrap_metrics(obs, model;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n_boot=1000, ci=0.95)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= current_ellipse_metrics(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obs_u, obs_v, mod_u, mod_v)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4920" y="164592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f, Sccw, Scw = rotary_spectrum(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u, v; dt_hours=1.0)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psd = alongtrack_wavenumber_spectrum(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ssh_track, dx_km)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k2, psd2 = isotropic_2d_spectrum(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field, dx_km, dy_km)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coh, phase, cpsd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cross_spectrum_kx_ky(f1, f2, dx, dy)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Observation Loaders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 float profiles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T, S, P profiles + QC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DUACSLoader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CMEMS L4 altimetry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ADT, SLA, geostrophic 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 L3 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swath, flattened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NDBCLoader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NDBC buoys (CSV)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Hs, Tp, winds, SST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RAFOSLoader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Subsurface floats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Lagrangian trajectories + 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IESLoader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Echo Sounder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time, SSH anomaly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MooringCurrentLoader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ADCP / current 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Profiles, ellipses, PVD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ThermistorLoader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Thermistor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T(z,t), isotherm depth,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from Argo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tau-to-T/S lookup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GHRSSTLoader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 L4 SST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 (auto K-to-C)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GOFLOWLoader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GOES-16 currents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u, v, speed, vorticity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CANEKSectionLoader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Yucatan Channel (MAT)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section, transport [Sv]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Colocation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model fields onto observation locations — regular and curvilinear grids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model_obs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obs onto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grid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76272" y="13716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67712" y="14630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model_grid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67712" y="21031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Regrid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lon/lat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95344" y="13716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86784" y="14630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model_trajectory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86784" y="21031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floats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drifters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14416" y="13716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05856" y="14630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model_mooring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05856" y="21031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3488" y="13716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24928" y="14630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model_section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24928" y="21031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8046720" cy="1828800"/>
          </a:xfrm>
          <a:prstGeom prst="roundRect">
            <a:avLst>
              <a:gd name="adj" fmla="val 5000"/>
            </a:avLst>
          </a:prstGeom>
          <a:solidFill>
            <a:srgbClr val="EE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154680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Match SWOT SSH to CROCO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colocate_model_obs(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ssh_field, model_lon, model_lat, model_times, swot_df;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max_dt_hours=6.0, max_dist_km=25.0, method=:bilinear)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Extract mooring time series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= colocate_model_mooring(T_field, lon, lat, times, -93.9, 22.0)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Yucatan Channel section (with along-channel projection)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= colocate_model_section(u, v, lon, lat, times,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lon_sec, lat_sec; angle_deg=15.0)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Mooring Dynamics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Knockdown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depth excursion under current drag: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Dz(U) = L (1 - cos(arctan(k U^2)))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Calibrate from pressure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fit_knockdown(speed, depth_actual, 500.0;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line_length=400.0)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Apply to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= delta_z(m, current_speed)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Virtual mooring with knockdown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= virtual_mooring(reader, lon, lat,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[100, 500, 1000]; knockdown=m)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16916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UNESCO pressure-depth conversion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pressure_to_depth(1000.0; latitude=22.0)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depth_to_pressure(d; latitude=22.0)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Project mooring obs to fixed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project_to_fixed_depths(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time, depths,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Dict(:temperature =&gt; 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[100.0, 500.0, 1000.0])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Plots — CairoMakie Extension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by  using CairoMakie  — no load cost when not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taylor_diagram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(2001)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plot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CRMSE contours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128016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24912" y="14173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267712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plot_comparison_map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67712" y="246888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3-panel: obs |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| difference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color limits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95344" y="128016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43984" y="14173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986784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plot_timeseries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_comparison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86784" y="246888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(solid)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(dashed)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RMSE/r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14416" y="128016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41732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5705856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plot_wind_rose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05856" y="246888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histogram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convention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speed bins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33488" y="128016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82128" y="141732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7424928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lic_texture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plot_lic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24928" y="246888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Integral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flow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EE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7472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ValTools, CairoMakie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= taylor_diagram(1.0; samples=[(std=0.9, corr=0.95, label="CROCO")])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= plot_comparison_map(obs, model, lon, lat; title="SSH", units="m")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= plot_wind_rose(u, v; n_sectors=16, title="ERA5 winds")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 = lic_texture(u, v; length=30)    # → Matrix{Float64} in [0,1]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Acceleration — CUDA Extension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by  using CUDA  — tested on NVIDIA H200 (Ixachi HPC)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0F2E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sigma_to_z_gpu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(i, j, k, t)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20-50x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0F2E4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interp_z_gpu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z-level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20-50x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0F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lic_texture_gpu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streamline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50-100x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0F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ValTools, CUDA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sigma_to_z_gpu(h, zeta, sc_r, Cs_r, hc)   # CPU arrays in → GPU compute → CPU 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interp_z_gpu(temp, z, [-50.0, -200.0])     # automatic CPU↔GPU 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 = lic_texture_gpu(u, v; length=40)          # 1000x1000 field in &lt; 1 second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accelerates JLab wavelet transforms: wavetrans(x; gpu=true)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Validation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EEF5F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ValTools, CairoMakie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1. Load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CROCOReader("croco_avg_*.nc"; grid_file="croco_grd.nc")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2. Load observations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duacs = DUACSLoader("cmems_duacs_*.nc")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ssh_obs = duacs_ssh(duacs)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3. Colocate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ssh_model = ssh(r)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colocate_model_obs(ssh_model.data, r.lon, r.lat, ssh_model.time,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swot_to_points(SWOTLoader("swot_*.nc")))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4. Compute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compute_metrics(result.ssh, result.model_value)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println("RMSE = \$(m[\"rmse\"]) m, r = \$(m[\"correlation\"])")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5. Visualize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= plot_comparison_map(ssh_obs.data[:,:,1], ssh_model.data[:,:,1],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r.lon, r.lat; title="SSH Validation", units="m")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save("validation.png", fig)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974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6974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Loaders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951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Kernels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buNone/>
            </a:pPr>
            <a:r>
              <a:rPr lang="en-US" sz="12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CROCO, ROMS, NEMO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Observations: </a:t>
            </a:r>
            <a:pPr indent="0" marL="0">
              <a:buNone/>
            </a:pPr>
            <a:r>
              <a:rPr lang="en-US" sz="12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Argo, DUACS, SWOT, NDBC, RAFOS, IES, ADCP, thermistors, GEM, GHRSST, GOFLOW, CANEK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0F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CairoMakie Extension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diagrams, comparison maps,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series, wind roses, LIC flow viz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0F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Extension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sigma_to_z, interp_z, LIC texture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20-100x speedup on H200 GPUs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ValTools.jl v0.1.0 — A. Dominguez, CICESE,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ValTools.jl — Ocean Model Validation Toolkit</dc:title>
  <dc:subject>PptxGenJS Presentation</dc:subject>
  <dc:creator>A. Dominguez</dc:creator>
  <cp:lastModifiedBy>A. Dominguez</cp:lastModifiedBy>
  <cp:revision>1</cp:revision>
  <dcterms:created xsi:type="dcterms:W3CDTF">2026-06-25T16:08:32Z</dcterms:created>
  <dcterms:modified xsi:type="dcterms:W3CDTF">2026-06-25T16:08:32Z</dcterms:modified>
</cp:coreProperties>
</file>